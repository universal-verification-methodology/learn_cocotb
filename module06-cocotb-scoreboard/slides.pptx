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scoreboard checks that what the DUT actually did matches what you expected—transaction by transaction. In cocotb you push golden values onto an expect queue before the response arrives. When a transaction completes, you observe the actual value and compare it to the front of the queue. Match means pass and pop; mismatch means fail and leave the queue for debug.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 matters—the queue is a FIFO. Push expect hex A five before the DUT responds, then observe A five when data is valid. One match empties the queue. Push two expects in order and observe both in order for two passes. Observe the wrong byte and you fail without popping. Observe when the queue is empty and you fail too—there was nothing left to check against.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cocotb scoreboard sketch. You will see a challenge panel, an expect queue, and observe controls with a verdict readout. Load the starter—push expect A five, observe A five, pass, queue empty—then try the mismatch preset so you see fail with the queue unchanged. Work a few challenges and use Check when ready. Orient here; do not tour every button.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cocotb track, restate the scoreboard loop on paper before you wire a live component. Draw a three-step timeline: push expect, DUT responds, compare and pop or fail. Write pseudocode for expect push and compare on one byte. Optional: open the lab’s source sketch and read how match and mismatch are commented. This module is expect-versus-observe literacy—not a full pyuvm scoreboard yet.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compare before the transaction is complete—observe at the wrong cycle looks like a mismatch. Do not pop the queue on failure; you need the expected value left for debug. A common miss is pushing expects out of order when the DUT returns in order. And remember: the browser queue is literacy; real fidelity is a scoreboard hooked to your monitor’s actual stream.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predict pass before you observe. On paper, sketch push, observe, and pop for two expects in sequence. When you are ready, take the short quiz, then continue to cocotb versus UVM roles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cocotb scoreboard</a:t>
            </a:r>
          </a:p>
          <a:p>
            <a:pPr algn="ctr">
              <a:lnSpc>
                <a:spcPts val="2200"/>
              </a:lnSpc>
              <a:spcBef>
                <a:spcPts val="1400"/>
              </a:spcBef>
            </a:pPr>
            <a:r>
              <a:rPr sz="2600" b="0">
                <a:solidFill>
                  <a:srgbClr val="333333"/>
                </a:solidFill>
                <a:latin typeface="Calibri"/>
              </a:rPr>
              <a:t>A scoreboard checks that what the DUT actually did matches what you expected, transaction by transaction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scoreboard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Expect queue and observe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Order matters, the queue is a FIFO</a:t>
            </a:r>
          </a:p>
          <a:p>
            <a:pPr lvl="0" marL="457200" indent="-228600">
              <a:buFont typeface="Calibri"/>
              <a:spcAft>
                <a:spcPts val="1000"/>
              </a:spcAft>
              <a:buSzPct val="100000"/>
              <a:buChar char="•"/>
              <a:lnSpc>
                <a:spcPts val="2200"/>
              </a:lnSpc>
            </a:pPr>
            <a:r>
              <a:rPr sz="2000" b="0">
                <a:solidFill>
                  <a:srgbClr val="333333"/>
                </a:solidFill>
                <a:latin typeface="Calibri"/>
              </a:rPr>
              <a:t>Push expect hex A five before the DUT responds, then observe A five when data is valid</a:t>
            </a:r>
          </a:p>
          <a:p>
            <a:pPr lvl="0" marL="457200" indent="-228600">
              <a:buFont typeface="Calibri"/>
              <a:spcAft>
                <a:spcPts val="1000"/>
              </a:spcAft>
              <a:buSzPct val="100000"/>
              <a:buChar char="•"/>
              <a:lnSpc>
                <a:spcPts val="2200"/>
              </a:lnSpc>
            </a:pPr>
            <a:r>
              <a:rPr sz="2000" b="0">
                <a:solidFill>
                  <a:srgbClr val="333333"/>
                </a:solidFill>
                <a:latin typeface="Calibri"/>
              </a:rPr>
              <a:t>One match empties the queue</a:t>
            </a:r>
          </a:p>
          <a:p>
            <a:pPr lvl="0" marL="457200" indent="-228600">
              <a:buFont typeface="Calibri"/>
              <a:spcAft>
                <a:spcPts val="1000"/>
              </a:spcAft>
              <a:buSzPct val="100000"/>
              <a:buChar char="•"/>
              <a:lnSpc>
                <a:spcPts val="2200"/>
              </a:lnSpc>
            </a:pPr>
            <a:r>
              <a:rPr sz="2000" b="0">
                <a:solidFill>
                  <a:srgbClr val="333333"/>
                </a:solidFill>
                <a:latin typeface="Calibri"/>
              </a:rPr>
              <a:t>Push two expects in order and observe both in order for two passes</a:t>
            </a:r>
          </a:p>
          <a:p>
            <a:pPr lvl="0" marL="457200" indent="-228600">
              <a:buFont typeface="Calibri"/>
              <a:spcAft>
                <a:spcPts val="1000"/>
              </a:spcAft>
              <a:buSzPct val="100000"/>
              <a:buChar char="•"/>
              <a:lnSpc>
                <a:spcPts val="2200"/>
              </a:lnSpc>
            </a:pPr>
            <a:r>
              <a:rPr sz="2000" b="0">
                <a:solidFill>
                  <a:srgbClr val="333333"/>
                </a:solidFill>
                <a:latin typeface="Calibri"/>
              </a:rPr>
              <a:t>Observe the wrong byte and you fail without popping</a:t>
            </a:r>
          </a:p>
          <a:p>
            <a:pPr lvl="0" marL="457200" indent="-228600">
              <a:buFont typeface="Calibri"/>
              <a:spcAft>
                <a:spcPts val="1000"/>
              </a:spcAft>
              <a:buSzPct val="100000"/>
              <a:buChar char="•"/>
              <a:lnSpc>
                <a:spcPts val="2200"/>
              </a:lnSpc>
            </a:pPr>
            <a:r>
              <a:rPr sz="2000" b="0">
                <a:solidFill>
                  <a:srgbClr val="333333"/>
                </a:solidFill>
                <a:latin typeface="Calibri"/>
              </a:rPr>
              <a:t>Observe when the queue is empty and you fail too, there was nothing left to check against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scoreboard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scoreboard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cocotb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cocotb track</a:t>
            </a:r>
          </a:p>
          <a:p>
            <a:pPr lvl="0" marL="457200" indent="-228600">
              <a:buFont typeface="Calibri"/>
              <a:spcAft>
                <a:spcPts val="1000"/>
              </a:spcAft>
              <a:buSzPct val="100000"/>
              <a:buChar char="•"/>
              <a:lnSpc>
                <a:spcPts val="2200"/>
              </a:lnSpc>
            </a:pPr>
            <a:r>
              <a:rPr sz="2000" b="0">
                <a:solidFill>
                  <a:srgbClr val="333333"/>
                </a:solidFill>
                <a:latin typeface="Calibri"/>
              </a:rPr>
              <a:t>Draw a three-step timeline: push expect, DUT responds, compare and pop or fail</a:t>
            </a:r>
          </a:p>
          <a:p>
            <a:pPr lvl="0" marL="457200" indent="-228600">
              <a:buFont typeface="Calibri"/>
              <a:spcAft>
                <a:spcPts val="1000"/>
              </a:spcAft>
              <a:buSzPct val="100000"/>
              <a:buChar char="•"/>
              <a:lnSpc>
                <a:spcPts val="2200"/>
              </a:lnSpc>
            </a:pPr>
            <a:r>
              <a:rPr sz="2000" b="0">
                <a:solidFill>
                  <a:srgbClr val="333333"/>
                </a:solidFill>
                <a:latin typeface="Calibri"/>
              </a:rPr>
              <a:t>Write pseudocode for expect push and compare on one byte</a:t>
            </a:r>
          </a:p>
          <a:p>
            <a:pPr lvl="0" marL="457200" indent="-228600">
              <a:buFont typeface="Calibri"/>
              <a:spcAft>
                <a:spcPts val="1000"/>
              </a:spcAft>
              <a:buSzPct val="100000"/>
              <a:buChar char="•"/>
              <a:lnSpc>
                <a:spcPts val="2200"/>
              </a:lnSpc>
            </a:pPr>
            <a:r>
              <a:rPr sz="2000" b="0">
                <a:solidFill>
                  <a:srgbClr val="333333"/>
                </a:solidFill>
                <a:latin typeface="Calibri"/>
              </a:rPr>
              <a:t>Optional: open the lab’s source sketch and read how match and mismatch are commented</a:t>
            </a:r>
          </a:p>
          <a:p>
            <a:pPr lvl="0" marL="457200" indent="-228600">
              <a:buFont typeface="Calibri"/>
              <a:spcAft>
                <a:spcPts val="1000"/>
              </a:spcAft>
              <a:buSzPct val="100000"/>
              <a:buChar char="•"/>
              <a:lnSpc>
                <a:spcPts val="2200"/>
              </a:lnSpc>
            </a:pPr>
            <a:r>
              <a:rPr sz="2000" b="0">
                <a:solidFill>
                  <a:srgbClr val="333333"/>
                </a:solidFill>
                <a:latin typeface="Calibri"/>
              </a:rPr>
              <a:t>This module is expect-versus-observe literacy, not a full pyuvm scoreboard yet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scoreboard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compare before the transaction is complete</a:t>
            </a:r>
          </a:p>
          <a:p>
            <a:pPr lvl="0" marL="457200" indent="-228600">
              <a:buFont typeface="Calibri"/>
              <a:spcAft>
                <a:spcPts val="1000"/>
              </a:spcAft>
              <a:buSzPct val="100000"/>
              <a:buChar char="•"/>
              <a:lnSpc>
                <a:spcPts val="2200"/>
              </a:lnSpc>
            </a:pPr>
            <a:r>
              <a:rPr sz="2000" b="0">
                <a:solidFill>
                  <a:srgbClr val="333333"/>
                </a:solidFill>
                <a:latin typeface="Calibri"/>
              </a:rPr>
              <a:t>Do not pop the queue on failure; you need the expected value left for debug</a:t>
            </a:r>
          </a:p>
          <a:p>
            <a:pPr lvl="0" marL="457200" indent="-228600">
              <a:buFont typeface="Calibri"/>
              <a:spcAft>
                <a:spcPts val="1000"/>
              </a:spcAft>
              <a:buSzPct val="100000"/>
              <a:buChar char="•"/>
              <a:lnSpc>
                <a:spcPts val="2200"/>
              </a:lnSpc>
            </a:pPr>
            <a:r>
              <a:rPr sz="2000" b="0">
                <a:solidFill>
                  <a:srgbClr val="333333"/>
                </a:solidFill>
                <a:latin typeface="Calibri"/>
              </a:rPr>
              <a:t>A common miss is pushing expects out of order when the DUT returns in order</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scoreboard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predict pass before you observe</a:t>
            </a:r>
          </a:p>
          <a:p>
            <a:pPr lvl="0" marL="457200" indent="-228600">
              <a:buFont typeface="Calibri"/>
              <a:spcAft>
                <a:spcPts val="1000"/>
              </a:spcAft>
              <a:buSzPct val="100000"/>
              <a:buChar char="•"/>
              <a:lnSpc>
                <a:spcPts val="2200"/>
              </a:lnSpc>
            </a:pPr>
            <a:r>
              <a:rPr sz="2000" b="0">
                <a:solidFill>
                  <a:srgbClr val="333333"/>
                </a:solidFill>
                <a:latin typeface="Calibri"/>
              </a:rPr>
              <a:t>On paper, sketch push, observe, and pop for two expects in sequence</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cocotb scoreboard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