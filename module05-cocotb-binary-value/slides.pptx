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Plain Python integers do not carry bit width. cocotb BinaryValue wraps a value with n bits so drive and read match the signal’s width. You construct it with an integer or hex literal and a width, then assign it to dut dot signal dot value. The helper masks to the low bits and prints a bit string with MSB on the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 bits sets how many bits are kept—wider input is truncated to the low bits. Starter example: eight-bit hex A five becomes binary one zero one zero zero one zero one, MSB left. Decimal two fifty-five and hex F F mean the same eight-bit pattern. For poke, dut dot data dot value equals BinaryValue with your literal and n bits equals width. To read back, convert the signal value to int when you need a Python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 track, open the cocotb BinaryValue sketch. You will see a challenge panel, width and value fields, and a bit-string readout. Load the starter—eight bits, hex A five, bits one zero one zero zero one zero one—then try a truncate preset so a wide hex value masks down to eight bits. Work a few challenges and use Check when ready. Orient here; do not tour every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cocotb track, work the bit math on paper before you drive a live signal. Write BinaryValue for hex A five with n bits eight and draw the MSB-left string bit by bit. Try width four with hex F and confirm all ones. Optional: open the lab’s source sketch and read how poke and int peek are commented. This module is width-aware drive literacy—not a full scoreboard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assume Python’s bin of an integer matches cocotb’s MSB-left string without applying the width mask first. A common miss is reading bits MSB-right—cocotb prints index width minus one on the left. Another trap is poking a wider value than the port; truncation happens silently, so know your width. And remember: the browser calculator is literacy; real fidelity is BinaryValue on live simulator handles.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load the starter and predict the bit string before you set value. On paper, convert hex A five to eight bits MSB left without looking. When you are ready, take the short quiz, then continue to the cocotb scoreboard in the next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cocotb BinaryValue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Plain Python integers do not carry bit width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learn_cocotb — cocotb binary value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Width, value, and bit string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 bits sets how many bits are kept, wider input is truncated to the low bits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Starter example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Decimal two fifty-five and hex F F mean the same eight-bit pattern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Dut dot data dot value equals BinaryValue with your literal and n bits equals width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To read back, convert the signal value to int when you need a Python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learn_cocotb — cocotb binary value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learn_cocotb — cocotb binary value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cocotb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real cocotb track, work the bit math on paper before you drive a live signal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Write BinaryValue for hex A five with n bits eight and draw the MSB-left string bit by bit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Try width four with hex F and confirm all ones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Optional: open the lab’s source sketch and read how poke and int peek are commented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This module is width-aware drive literacy, not a full scoreboard yet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learn_cocotb — cocotb binary value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assume Python’s bin of an integer matches cocotb’s MSB-left string without applying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common miss is reading bits MSB-right, cocotb prints index width minus one on the left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Another trap is poking a wider value than the port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learn_cocotb — cocotb binary value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load the starter and predict the bit string before you set value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convert hex A five to eight bits MSB left without looking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learn_cocotb — cocotb binary value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