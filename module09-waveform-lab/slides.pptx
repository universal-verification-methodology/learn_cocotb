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Waveforms plot each watched signal's value over simulation time—not a substitute for self-check compares, but essential when cocotb assertions or scoreboards fail and you need to see why. Signal names match the elaborated design: clk, reset, data, q. Click the plot to set a cursor and read every visible signal at that instant. A rising clock edge is where clk goes zero to one—often where flip-flops sample. Multi-bit buses show value labels when bits change. X or Z means unknown or high-impedance, not a clean zero or one. This lab runs small in-browser waves from the HDL engine—not a full GTKWave or huge VCD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preset: D flip-flop with a forever hash-five clock—ten time units per full period, five high and five low. Watch clk, d, and q. Poke D equals one, then click posedge clk. q rises on the wave at the clock edge, not when d alone toggles mid-cycle—that is nonblocking update behavior. Before the edge you can poke D equals one while q still reads zero. Click inside the wave panel to move the cursor and confirm q at the cursor time. Uncheck d in the watch list to hide that row without deleting the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 and read the source panel—the always at posedge block. Step advances simulation time; posedge clk jumps to the next rising edge. Try Register plus enable: with EN zero, q stays flat across edges. Counter shows a four-bit bus ribbon counting up. Two-stage pipeline makes q2 lag q1 by one clock—visible as offset transitions on the wave. Reset session clears time and edges. Challenges ask you to capture q equals one, set a cursor, and read values at the cursor.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cocotb track, sketch clk, d, and q for one posedge where D was one before the edge. Write why q updates at the edge, not when d changes alone. Optional: after a cocotb run that dumps waves, open the file in your viewer and name three signals you would watch first when a self-check fails. This lab teaches wave literacy—the same signals reappear when you debug async tests and scoreboards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treat eyeballing the wave as the pass criterion—that was module eight's self-check job. Do not assume q follows d instantly—posedge sampling and NBA timing matter. A flat q with enable off is correct, not a broken sim. Bus labels are binary or hex—read width before comparing. And remember: this browser engine is a teaching subset; huge traces still belong in GTKWave or your simulator's viewer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load D-FF starter, poke D equals one, posedge clk until q equals one, and click the wave to read q at the cursor. On paper, draw one clk period and mark where q would update. When you are ready, take the short quiz, then continue to run a cocotb example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Reading waves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Waveforms plot each watched signal's value over simulation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waveform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Starter D flip-flop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 preset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Watch clk, d, and q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Poke D equals one, then click posedge clk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Q rises on the wave at the clock edge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Before the edge you can poke D equals one while q still reads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Click inside the wave panel to move the cursor and confirm q at the cursor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waveform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Waveform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waveform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cocotb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real cocotb track, sketch clk, 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why q updates at the edge, not when d changes alone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Optional: after a cocotb run that dumps waves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lab teaches wave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waveform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treat eyeballing the wave as the pass criterion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assume q follows d instantly, posedge sampling and NBA timing matter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flat q with enable off is correct, not a broken sim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Bus labels are binary or hex, read width before comparing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waveform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load D-FF starter, poke D equals one, posedge clk until q equals 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clk period and mark where q would update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run a cocotb example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learn_cocotb — waveform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