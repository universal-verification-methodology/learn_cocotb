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scoreboards and agents, every testbench needs a self-check loop: apply stimulus, compute expected from a reference model, sample the DUT output, then pass or fail loudly. cocotb coroutines do the same job with await and asserts—stimulus, golden expect, compare. Good benches fail with a clear message; great benches also tally passes so you trust a green 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a two-input AND gate with a equals one and b equals one, expect y equals one, got one, pass. The expect comes from the AND truth table—not from copying the DUT output back. Change one input and recompute expect before you compare. Wrong expect on purpose should fail so you practice the error path. Compare after the signal settles, not mid-transition.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self-check TB sketch. You will see a challenge panel, stimulus fields, expect and got readouts, and a pass or fail verdict. Load the starter—AND gate, both inputs high, expect one, pass—then switch to the adder or mux preset and run check after you set a real reference expect. Work a few challenges and use Check when ready. Orient here; do not tour every button.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cocotb track, restate the loop on paper before you write a live assert. Draw four boxes: stimulus, reference model, DUT sample, compare. Write one cocotb-style check in pseudocode—poke inputs, await a cycle, assert output equals expected. Optional: open the lab’s source sketch and read the commented bench template. This module is compare literacy—the scoreboard queue comes from the same expect idea.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no error as pass if you never compared anything. Do not echo the DUT output into expect—that hides bugs. A common miss is comparing before the simulator has settled after a poke. Another trap is only checking in waves; self-check means the log or exit status tells the story. And remember: the browser sketch is literacy; real fidelity is assert or scoreboard on live simulator handles.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predict pass before you run check. On paper, write the four self-check steps for one input change on the AND gate. When you are ready, take the short quiz, then continue to waveform literacy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Self-check pattern</a:t>
            </a:r>
          </a:p>
          <a:p>
            <a:pPr algn="ctr">
              <a:lnSpc>
                <a:spcPts val="2200"/>
              </a:lnSpc>
              <a:spcBef>
                <a:spcPts val="1400"/>
              </a:spcBef>
            </a:pPr>
            <a:r>
              <a:rPr sz="2600" b="0">
                <a:solidFill>
                  <a:srgbClr val="333333"/>
                </a:solidFill>
                <a:latin typeface="Calibri"/>
              </a:rPr>
              <a:t>Before scoreboards and agents, every testbench needs a self-check loop</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self check tb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Stimulus, expect, compare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a two-input AND gate with a equals one and b equals one</a:t>
            </a:r>
          </a:p>
          <a:p>
            <a:pPr lvl="0" marL="457200" indent="-228600">
              <a:buFont typeface="Calibri"/>
              <a:spcAft>
                <a:spcPts val="1000"/>
              </a:spcAft>
              <a:buSzPct val="100000"/>
              <a:buChar char="•"/>
              <a:lnSpc>
                <a:spcPts val="2200"/>
              </a:lnSpc>
            </a:pPr>
            <a:r>
              <a:rPr sz="2000" b="0">
                <a:solidFill>
                  <a:srgbClr val="333333"/>
                </a:solidFill>
                <a:latin typeface="Calibri"/>
              </a:rPr>
              <a:t>The expect comes from the AND truth table, not from copying the DUT output back</a:t>
            </a:r>
          </a:p>
          <a:p>
            <a:pPr lvl="0" marL="457200" indent="-228600">
              <a:buFont typeface="Calibri"/>
              <a:spcAft>
                <a:spcPts val="1000"/>
              </a:spcAft>
              <a:buSzPct val="100000"/>
              <a:buChar char="•"/>
              <a:lnSpc>
                <a:spcPts val="2200"/>
              </a:lnSpc>
            </a:pPr>
            <a:r>
              <a:rPr sz="2000" b="0">
                <a:solidFill>
                  <a:srgbClr val="333333"/>
                </a:solidFill>
                <a:latin typeface="Calibri"/>
              </a:rPr>
              <a:t>Change one input and recompute expect before you compare</a:t>
            </a:r>
          </a:p>
          <a:p>
            <a:pPr lvl="0" marL="457200" indent="-228600">
              <a:buFont typeface="Calibri"/>
              <a:spcAft>
                <a:spcPts val="1000"/>
              </a:spcAft>
              <a:buSzPct val="100000"/>
              <a:buChar char="•"/>
              <a:lnSpc>
                <a:spcPts val="2200"/>
              </a:lnSpc>
            </a:pPr>
            <a:r>
              <a:rPr sz="2000" b="0">
                <a:solidFill>
                  <a:srgbClr val="333333"/>
                </a:solidFill>
                <a:latin typeface="Calibri"/>
              </a:rPr>
              <a:t>Wrong expect on purpose should fail so you practice the error path</a:t>
            </a:r>
          </a:p>
          <a:p>
            <a:pPr lvl="0" marL="457200" indent="-228600">
              <a:buFont typeface="Calibri"/>
              <a:spcAft>
                <a:spcPts val="1000"/>
              </a:spcAft>
              <a:buSzPct val="100000"/>
              <a:buChar char="•"/>
              <a:lnSpc>
                <a:spcPts val="2200"/>
              </a:lnSpc>
            </a:pPr>
            <a:r>
              <a:rPr sz="2000" b="0">
                <a:solidFill>
                  <a:srgbClr val="333333"/>
                </a:solidFill>
                <a:latin typeface="Calibri"/>
              </a:rPr>
              <a:t>Compare after the signal settles, not mid-transition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self check tb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self check tb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cocotb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cocotb track, restate the loop on paper before you write a live assert</a:t>
            </a:r>
          </a:p>
          <a:p>
            <a:pPr lvl="0" marL="457200" indent="-228600">
              <a:buFont typeface="Calibri"/>
              <a:spcAft>
                <a:spcPts val="1000"/>
              </a:spcAft>
              <a:buSzPct val="100000"/>
              <a:buChar char="•"/>
              <a:lnSpc>
                <a:spcPts val="2200"/>
              </a:lnSpc>
            </a:pPr>
            <a:r>
              <a:rPr sz="2000" b="0">
                <a:solidFill>
                  <a:srgbClr val="333333"/>
                </a:solidFill>
                <a:latin typeface="Calibri"/>
              </a:rPr>
              <a:t>Draw four boxes: stimulus, reference model, DUT sample, compare</a:t>
            </a:r>
          </a:p>
          <a:p>
            <a:pPr lvl="0" marL="457200" indent="-228600">
              <a:buFont typeface="Calibri"/>
              <a:spcAft>
                <a:spcPts val="1000"/>
              </a:spcAft>
              <a:buSzPct val="100000"/>
              <a:buChar char="•"/>
              <a:lnSpc>
                <a:spcPts val="2200"/>
              </a:lnSpc>
            </a:pPr>
            <a:r>
              <a:rPr sz="2000" b="0">
                <a:solidFill>
                  <a:srgbClr val="333333"/>
                </a:solidFill>
                <a:latin typeface="Calibri"/>
              </a:rPr>
              <a:t>Write one cocotb-style check in pseudocode</a:t>
            </a:r>
          </a:p>
          <a:p>
            <a:pPr lvl="0" marL="457200" indent="-228600">
              <a:buFont typeface="Calibri"/>
              <a:spcAft>
                <a:spcPts val="1000"/>
              </a:spcAft>
              <a:buSzPct val="100000"/>
              <a:buChar char="•"/>
              <a:lnSpc>
                <a:spcPts val="2200"/>
              </a:lnSpc>
            </a:pPr>
            <a:r>
              <a:rPr sz="2000" b="0">
                <a:solidFill>
                  <a:srgbClr val="333333"/>
                </a:solidFill>
                <a:latin typeface="Calibri"/>
              </a:rPr>
              <a:t>Optional: open the lab’s source sketch and read the commented bench template</a:t>
            </a:r>
          </a:p>
          <a:p>
            <a:pPr lvl="0" marL="457200" indent="-228600">
              <a:buFont typeface="Calibri"/>
              <a:spcAft>
                <a:spcPts val="1000"/>
              </a:spcAft>
              <a:buSzPct val="100000"/>
              <a:buChar char="•"/>
              <a:lnSpc>
                <a:spcPts val="2200"/>
              </a:lnSpc>
            </a:pPr>
            <a:r>
              <a:rPr sz="2000" b="0">
                <a:solidFill>
                  <a:srgbClr val="333333"/>
                </a:solidFill>
                <a:latin typeface="Calibri"/>
              </a:rPr>
              <a:t>This module is compare literacy, the scoreboard queue comes from the same expect idea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self check tb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no error as pass if you never compared anything</a:t>
            </a:r>
          </a:p>
          <a:p>
            <a:pPr lvl="0" marL="457200" indent="-228600">
              <a:buFont typeface="Calibri"/>
              <a:spcAft>
                <a:spcPts val="1000"/>
              </a:spcAft>
              <a:buSzPct val="100000"/>
              <a:buChar char="•"/>
              <a:lnSpc>
                <a:spcPts val="2200"/>
              </a:lnSpc>
            </a:pPr>
            <a:r>
              <a:rPr sz="2000" b="0">
                <a:solidFill>
                  <a:srgbClr val="333333"/>
                </a:solidFill>
                <a:latin typeface="Calibri"/>
              </a:rPr>
              <a:t>Do not echo the DUT output into expect, that hides bugs</a:t>
            </a:r>
          </a:p>
          <a:p>
            <a:pPr lvl="0" marL="457200" indent="-228600">
              <a:buFont typeface="Calibri"/>
              <a:spcAft>
                <a:spcPts val="1000"/>
              </a:spcAft>
              <a:buSzPct val="100000"/>
              <a:buChar char="•"/>
              <a:lnSpc>
                <a:spcPts val="2200"/>
              </a:lnSpc>
            </a:pPr>
            <a:r>
              <a:rPr sz="2000" b="0">
                <a:solidFill>
                  <a:srgbClr val="333333"/>
                </a:solidFill>
                <a:latin typeface="Calibri"/>
              </a:rPr>
              <a:t>A common miss is comparing before the simulator has settled after a poke</a:t>
            </a:r>
          </a:p>
          <a:p>
            <a:pPr lvl="0" marL="457200" indent="-228600">
              <a:buFont typeface="Calibri"/>
              <a:spcAft>
                <a:spcPts val="1000"/>
              </a:spcAft>
              <a:buSzPct val="100000"/>
              <a:buChar char="•"/>
              <a:lnSpc>
                <a:spcPts val="2200"/>
              </a:lnSpc>
            </a:pPr>
            <a:r>
              <a:rPr sz="2000" b="0">
                <a:solidFill>
                  <a:srgbClr val="333333"/>
                </a:solidFill>
                <a:latin typeface="Calibri"/>
              </a:rPr>
              <a:t>Another trap is only checking in waves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self check tb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predict pass before you run check</a:t>
            </a:r>
          </a:p>
          <a:p>
            <a:pPr lvl="0" marL="457200" indent="-228600">
              <a:buFont typeface="Calibri"/>
              <a:spcAft>
                <a:spcPts val="1000"/>
              </a:spcAft>
              <a:buSzPct val="100000"/>
              <a:buChar char="•"/>
              <a:lnSpc>
                <a:spcPts val="2200"/>
              </a:lnSpc>
            </a:pPr>
            <a:r>
              <a:rPr sz="2000" b="0">
                <a:solidFill>
                  <a:srgbClr val="333333"/>
                </a:solidFill>
                <a:latin typeface="Calibri"/>
              </a:rPr>
              <a:t>On paper, write the four self-check steps for one input change on the AND gate</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self check tb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